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 (about 20 seconds)</a:t>
            </a:r>
          </a:p>
          <a:p>
            <a:r>
              <a:rPr lang="en-US"/>
              <a:t/>
            </a:r>
          </a:p>
          <a:p>
            <a:r>
              <a:rPr lang="en-US"/>
              <a:t>Trace is a nutrition tracker built with React on the frontend and Express on the backend. Supabase handles accounts and saved food entries, and USDA FoodData Central supplies the nutrition data. I built it to make micronutrients easier to track.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Slide 2 and live demo (about 55 seconds)</a:t>
            </a:r>
          </a:p>
          <a:p>
            <a:r>
              <a:rPr lang="en-US"/>
              <a:t/>
            </a:r>
          </a:p>
          <a:p>
            <a:r>
              <a:rPr lang="en-US"/>
              <a:t>After signing in, I have my own food diary. I can search for eggs, enter a quantity, choose grams, ounces, or a serving, and add the food.</a:t>
            </a:r>
          </a:p>
          <a:p>
            <a:r>
              <a:rPr lang="en-US"/>
              <a:t/>
            </a:r>
          </a:p>
          <a:p>
            <a:r>
              <a:rPr lang="en-US"/>
              <a:t>The dashboard updates my calories, macros, and micronutrients, including iron, calcium, and vitamin D. The progress bars compare my intake with my daily goals.</a:t>
            </a:r>
          </a:p>
          <a:p>
            <a:r>
              <a:rPr lang="en-US"/>
              <a:t/>
            </a:r>
          </a:p>
          <a:p>
            <a:r>
              <a:rPr lang="en-US"/>
              <a:t>I can open Daily goals, change a target, and save it to my account. The weekly view shows average intake across seven days.</a:t>
            </a:r>
          </a:p>
          <a:p>
            <a:r>
              <a:rPr lang="en-US"/>
              <a:t/>
            </a:r>
          </a:p>
          <a:p>
            <a:r>
              <a:rPr lang="en-US"/>
              <a:t>My focus was keeping the app simple: an easy way to log food and understand what I eat. Building it helped me connect React to an API, authentication, and a database.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600" b="1">
                <a:solidFill>
                  <a:srgbClr val="111111"/>
                </a:solidFill>
                <a:latin typeface="Arial"/>
              </a:rPr>
              <a:t>Trace: Tech stack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731520" y="219456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500" b="0">
                <a:solidFill>
                  <a:srgbClr val="111111"/>
                </a:solidFill>
                <a:latin typeface="Arial"/>
              </a:rPr>
              <a:t>Frontend: React, Vite, JavaScript, CSS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31520" y="29718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500" b="0">
                <a:solidFill>
                  <a:srgbClr val="111111"/>
                </a:solidFill>
                <a:latin typeface="Arial"/>
              </a:rPr>
              <a:t>Backend: Node.js and Express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20" y="3749039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500" b="0">
                <a:solidFill>
                  <a:srgbClr val="111111"/>
                </a:solidFill>
                <a:latin typeface="Arial"/>
              </a:rPr>
              <a:t>Accounts and database: Supabase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31520" y="4526279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500" b="0">
                <a:solidFill>
                  <a:srgbClr val="111111"/>
                </a:solidFill>
                <a:latin typeface="Arial"/>
              </a:rPr>
              <a:t>Nutrition data: USDA FoodData Central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600" b="1">
                <a:solidFill>
                  <a:srgbClr val="111111"/>
                </a:solidFill>
                <a:latin typeface="Arial"/>
              </a:rPr>
              <a:t>Trace: Nutrition tracker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731520" y="141732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200" b="0">
                <a:solidFill>
                  <a:srgbClr val="111111"/>
                </a:solidFill>
                <a:latin typeface="Arial"/>
              </a:rPr>
              <a:t>A personal food diary with a focus on micronutrients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731520" y="219456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500" b="0">
                <a:solidFill>
                  <a:srgbClr val="111111"/>
                </a:solidFill>
                <a:latin typeface="Arial"/>
              </a:rPr>
              <a:t>Log foods and quantities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31520" y="29718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500" b="0">
                <a:solidFill>
                  <a:srgbClr val="111111"/>
                </a:solidFill>
                <a:latin typeface="Arial"/>
              </a:rPr>
              <a:t>See daily totals and weekly averages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20" y="3749039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500" b="0">
                <a:solidFill>
                  <a:srgbClr val="111111"/>
                </a:solidFill>
                <a:latin typeface="Arial"/>
              </a:rPr>
              <a:t>Adjust your daily intake goals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333333"/>
      </a:accent1>
      <a:accent2>
        <a:srgbClr val="555555"/>
      </a:accent2>
      <a:accent3>
        <a:srgbClr val="777777"/>
      </a:accent3>
      <a:accent4>
        <a:srgbClr val="999999"/>
      </a:accent4>
      <a:accent5>
        <a:srgbClr val="BBBBBB"/>
      </a:accent5>
      <a:accent6>
        <a:srgbClr val="DDDDDD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